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lang="ko-KR" altLang="en-US" sz="3000" b="1" kern="1200">
        <a:solidFill>
          <a:srgbClr val="172033"/>
        </a:solidFill>
        <a:latin typeface="Pretendard" panose="02000503000000020004" pitchFamily="50" charset="-127"/>
        <a:ea typeface="Pretendard" panose="02000503000000020004" pitchFamily="50" charset="-127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31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DC4F62-B626-4C1A-9258-8B7A85121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36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53DA06A-F964-4BA7-B1A0-476AFBA40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0">
                <a:solidFill>
                  <a:srgbClr val="0F766E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5EA77F-A944-4F90-A580-BFB1EBDD9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247731-8C16-48CE-83E8-82961F5A4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3EC76E-53A1-48FD-AAA5-91D55E1A2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F5A436-622D-4609-9CAD-93F62FE9C071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9035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3ADEE9-D4EA-4A02-8908-7CE7FA28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DF8BB1-DB9D-47B4-AC6B-6E959AF5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57BB9-73CC-4070-8281-5B07E989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B2FCBBD-DFA9-4E92-A913-26CF9C16EE1F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7119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xercise"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3ADEE9-D4EA-4A02-8908-7CE7FA28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DF8BB1-DB9D-47B4-AC6B-6E959AF5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57BB9-73CC-4070-8281-5B07E989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B51DC66-B343-4339-8DFE-F337361B7142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624DEFA-F193-42BA-A7DC-72FAB0CB111A}"/>
              </a:ext>
            </a:extLst>
          </p:cNvPr>
          <p:cNvSpPr/>
          <p:nvPr userDrawn="1"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18FC79-1AA4-44C2-AB13-4EE8FD5EB7E8}"/>
              </a:ext>
            </a:extLst>
          </p:cNvPr>
          <p:cNvSpPr txBox="1"/>
          <p:nvPr userDrawn="1"/>
        </p:nvSpPr>
        <p:spPr>
          <a:xfrm>
            <a:off x="508000" y="990600"/>
            <a:ext cx="228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b="1">
                <a:solidFill>
                  <a:srgbClr val="0F766E"/>
                </a:solidFill>
                <a:latin typeface="Inter" panose="02000503000000020004" pitchFamily="2" charset="0"/>
                <a:ea typeface="Inter" panose="02000503000000020004" pitchFamily="2" charset="0"/>
              </a:rPr>
              <a:t>PRACTICE</a:t>
            </a:r>
            <a:endParaRPr lang="ko-KR" altLang="en-US" sz="1100" b="1">
              <a:solidFill>
                <a:srgbClr val="0F766E"/>
              </a:solidFill>
              <a:latin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830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de / Demonstra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3ADEE9-D4EA-4A02-8908-7CE7FA28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DF8BB1-DB9D-47B4-AC6B-6E959AF5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57BB9-73CC-4070-8281-5B07E989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F65F950-2413-4CE2-8BD0-18A4BBCD72EB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8C3D350-ADF5-46FD-87CE-C07683F6982B}"/>
              </a:ext>
            </a:extLst>
          </p:cNvPr>
          <p:cNvSpPr/>
          <p:nvPr userDrawn="1"/>
        </p:nvSpPr>
        <p:spPr>
          <a:xfrm>
            <a:off x="457200" y="1422400"/>
            <a:ext cx="11277600" cy="457200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0862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00C25F-30DA-4EDD-8504-44DA909B4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E1EED7-4C61-4A08-AF5B-A390C60A0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6A1FF6-51FE-4685-BA34-E0F89D454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B3851C-0BE4-4E91-95F4-2EC266D69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3CBF9E-951B-4FF6-85E6-6601F2386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492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E8392-3978-4394-BAB4-2437C15AD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74FF69-769F-4677-B82A-E232B25BA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2B5173-A205-47A2-953F-A236FB1D43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D21268-4ABF-4DE0-998A-28F7BFCD2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EFEE9E-EDCD-4886-92ED-3796485C8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E14DB4-8F62-4CD7-8DD2-AD422C0CF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8B169FF-FAD7-46E0-9D59-C9B5BEB076DC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6909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F9F672-094E-482F-8FE2-0C0D8F2E0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AF80BD-BF78-49AF-BBBA-1A773DA2C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8D6527-B034-41A0-9FC9-C530962C8B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E5785AA-E40F-4E95-B834-2D7649E02A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DA75630-B532-4D2B-BA6E-233076F4AD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005AF02-6B25-4BBC-9A62-947D98835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29AF57-1554-4883-A5C0-D2E356058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F02C77D-EDE4-4302-857A-97BE6DADB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2813AE4-CA38-49CC-83A5-DA570C2D152E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4571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AC5B61-FD8F-4A03-8446-AFB1FC117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317F6E7-F469-4E45-A7CA-18C4220B7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81412A-6E99-4D2F-8564-CCE9309E2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B49B12-B58B-42B1-9FC8-0F11E70ED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C9F98D1-EC0F-4996-8D0E-19D80403D7FB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938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B3DAFDE-3EF4-4BC2-8C6E-53A0DCBB0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E806864-590A-497A-9E3B-31220A838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AE52D8-EF8D-4B38-BAE5-100369F3A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789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96CAC9-BDCF-454F-B4EB-26821C0AC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F85D79-8D84-4463-A554-36DA89022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4A32173-BE5A-4386-B8FC-0DD3565F6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D7BBE8-F04D-4F20-A998-2847A7EC3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1091599-E0C3-4951-800C-0FA8BF5CD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D06458-41C2-4B2E-9AF2-A62CE3660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39F72F4-84F2-4B08-8B7A-396EE76DDF26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782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F8A6E4-6940-49AF-8B5F-9B16DB004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5AFC852-B328-4179-BC85-EB34AC8CD4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DBD367B-5A0C-4ADF-98EF-314F244CC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903147-4754-4023-8B77-20EB33E5B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ADDB5D-EDEB-4E99-BA69-F1F76F275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872CF2-966E-422A-927F-3BD6A6E59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7E2E2F7-28CA-4288-94F5-8E25DCD2A45E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5647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CE92E6-4E61-4E2B-9F4F-D23641A2E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E576B3A-9062-444C-9C47-61FA4351C0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1A3954-5D36-48F6-87B1-16A84AB44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A0FE3E-5C3F-4A6C-952A-7C8CB744F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068D49-B037-4EA4-BE8F-2516D3000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5064922-4160-4D2C-A562-270D09593F37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05819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C94EABC-274E-4BAD-AB22-188F885A3B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47306ED-34B5-4464-AFBE-9E25FC9A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C654F-F2FA-42D5-8AC8-4073F8FBA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31A3EE-B6E8-4AF1-9041-45D44926D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645F18-B2AB-45F4-8642-885F2B8AB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B5F32C9-BBE2-4217-A3E2-DE5FC68F3267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7587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461F8DA-C043-4CD7-86F2-E1A0EF4CB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14F0DF-8367-4CE4-BFB7-B09F18D163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183F21-A1A8-463E-86D3-0CFB7A05EF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0C5B5C-65C9-4D66-BC46-FDE4016F57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2730EB-AE08-4C4E-A274-945B51E99D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5331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6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rtl="0" eaLnBrk="1" latinLnBrk="1" hangingPunct="1">
        <a:lnSpc>
          <a:spcPct val="108000"/>
        </a:lnSpc>
        <a:spcBef>
          <a:spcPct val="0"/>
        </a:spcBef>
        <a:spcAft>
          <a:spcPts val="700"/>
        </a:spcAft>
        <a:buNone/>
        <a:defRPr sz="2000" b="0" kern="1200">
          <a:solidFill>
            <a:srgbClr val="172033"/>
          </a:solidFill>
          <a:latin typeface="Pretendard" panose="02000503000000020004" pitchFamily="50" charset="-127"/>
          <a:ea typeface="Pretendard" panose="0200050300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b="0" kern="1200">
          <a:solidFill>
            <a:srgbClr val="172033"/>
          </a:solidFill>
          <a:latin typeface="Pretendard" panose="02000503000000020004" pitchFamily="50" charset="-127"/>
          <a:ea typeface="Pretendard" panose="02000503000000020004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rgbClr val="172033"/>
          </a:solidFill>
          <a:latin typeface="Pretendard" panose="02000503000000020004" pitchFamily="50" charset="-127"/>
          <a:ea typeface="Pretendard" panose="02000503000000020004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rgbClr val="172033"/>
          </a:solidFill>
          <a:latin typeface="Pretendard" panose="02000503000000020004" pitchFamily="50" charset="-127"/>
          <a:ea typeface="Pretendard" panose="02000503000000020004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rgbClr val="172033"/>
          </a:solidFill>
          <a:latin typeface="Pretendard" panose="02000503000000020004" pitchFamily="50" charset="-127"/>
          <a:ea typeface="Pretendard" panose="02000503000000020004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rgbClr val="172033"/>
          </a:solidFill>
          <a:latin typeface="Pretendard" panose="02000503000000020004" pitchFamily="50" charset="-127"/>
          <a:ea typeface="Pretendard" panose="0200050300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E179EF-7C9C-4E62-A6ED-136C4028E9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R Programming Lecture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8A00791-DAE9-4BCB-81B8-87F75B3144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/>
              <a:t>Reference Template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568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사용자 지정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Pretendard</vt:lpstr>
      <vt:lpstr>맑은 고딕</vt:lpstr>
      <vt:lpstr>Arial</vt:lpstr>
      <vt:lpstr>Inter</vt:lpstr>
      <vt:lpstr>JetBrains Mono</vt:lpstr>
      <vt:lpstr>Office 테마</vt:lpstr>
      <vt:lpstr>R Programming Lecture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 Programming Lecture</dc:title>
  <dc:creator>Joonion Bae</dc:creator>
  <cp:lastModifiedBy>Joonion Bae</cp:lastModifiedBy>
  <cp:revision>1</cp:revision>
  <dcterms:created xsi:type="dcterms:W3CDTF">2026-07-12T09:03:37Z</dcterms:created>
  <dcterms:modified xsi:type="dcterms:W3CDTF">2026-07-12T09:03:37Z</dcterms:modified>
</cp:coreProperties>
</file>