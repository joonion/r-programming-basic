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4차시: 행렬과 팩터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벡터를 이용해 행렬을 만들 수 있다.</a:t>
            </a:r>
          </a:p>
          <a:p>
            <a:pPr lvl="0" indent="-457200" marL="457200">
              <a:buAutoNum type="arabicPeriod"/>
            </a:pPr>
            <a:r>
              <a:rPr/>
              <a:t>행과 열을 선택하고 기본 요약값을 계산할 수 있다.</a:t>
            </a:r>
          </a:p>
          <a:p>
            <a:pPr lvl="0" indent="-457200" marL="457200">
              <a:buAutoNum type="arabicPeriod"/>
            </a:pPr>
            <a:r>
              <a:rPr/>
              <a:t>범주형 데이터를 팩터로 표현할 수 있다.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4차시: 행렬과 팩터</dc:title>
  <dc:creator/>
  <cp:keywords/>
  <dcterms:created xsi:type="dcterms:W3CDTF">2026-07-12T09:24:05Z</dcterms:created>
  <dcterms:modified xsi:type="dcterms:W3CDTF">2026-07-12T09:24:05Z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